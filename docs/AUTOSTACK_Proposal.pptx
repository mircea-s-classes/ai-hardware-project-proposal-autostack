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83" r:id="rId3"/>
    <p:sldId id="28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90" d="100"/>
          <a:sy n="90" d="100"/>
        </p:scale>
        <p:origin x="748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2E9F2-9F46-49C9-BC2C-2D22515D98D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81039-D5E0-4BD8-9AB7-EF2192456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5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sure this is readable without too many acronyms </a:t>
            </a:r>
          </a:p>
          <a:p>
            <a:r>
              <a:rPr lang="en-US"/>
              <a:t>High enough level to fit on a slide </a:t>
            </a:r>
          </a:p>
        </p:txBody>
      </p:sp>
    </p:spTree>
    <p:extLst>
      <p:ext uri="{BB962C8B-B14F-4D97-AF65-F5344CB8AC3E}">
        <p14:creationId xmlns:p14="http://schemas.microsoft.com/office/powerpoint/2010/main" val="2305725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F6A04-80AC-1D8A-80F7-547784533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56704-C60D-8095-212D-E5480A4BF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3AE38-124A-1742-9D87-D4520796D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sure this is readable without too many acronyms </a:t>
            </a:r>
          </a:p>
          <a:p>
            <a:r>
              <a:rPr lang="en-US"/>
              <a:t>High enough level to fit on a slide </a:t>
            </a:r>
          </a:p>
        </p:txBody>
      </p:sp>
    </p:spTree>
    <p:extLst>
      <p:ext uri="{BB962C8B-B14F-4D97-AF65-F5344CB8AC3E}">
        <p14:creationId xmlns:p14="http://schemas.microsoft.com/office/powerpoint/2010/main" val="2013400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B8AD3-735F-C843-1A6A-CE7495519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37426-7C97-C4F7-1BF8-1E6DE2051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41271-6B1A-F1C1-64C4-FE42C923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8A696-AE6C-EF33-E219-AA2CDE7E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A0375-EC06-9118-8D8F-A7B98A4F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39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78C5-9BBA-0390-367D-685CD363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CAB75-49E6-7B8B-4F5E-AB2BF8C66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115A2-A5A1-714F-93AF-2E266AB8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6B5AF-AD27-5D83-D612-E4EDAD14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91095-16AA-FD84-3CEF-85B6E74E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5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69A0-952C-6ECB-7ED8-62364582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DFA1C-13CC-1150-E2ED-CA24A5337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0640F-66B5-3713-81FE-109BF989F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AFF36-2BD5-21D8-5F5D-3F0309BB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FAF3B-1B94-0961-0D1C-F795C748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4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A1774-80EA-B1AE-3F7C-6C433E7B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95B9A-E4C4-514E-5525-0E5D1B5F1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51DF2-F5D8-5AE4-15BD-66BA52CE9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1D0BB-61AB-A089-3D8C-AEF9264C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32C8A-6174-3210-41AD-32F0C60A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216C7-9AE8-F636-F7C7-31C280C8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91298-C410-EE02-2298-45C5785F4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AA264-D33A-DD30-01E2-916CC7FCF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ECCB8-8522-3002-2C8E-71DF81AE0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F20D3-1E42-966B-8D3D-46E62AD5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E5156-02B5-1137-BD7D-AEA5D0197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3BA64-DD75-38DE-1B8D-C3808A72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E0F45E-0385-57F2-6B20-AF6FDD31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F3D051-BF4B-04FE-0389-10269A1F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6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22A3-F6B7-0C11-1560-F12EE8A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60AFA-B832-0850-9AEF-0535F25E0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63146-7995-AB36-1B6C-DAE142CD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BD2FD-91A9-AADA-29AD-261DF830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2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356B0-34CE-3BF0-C13E-C876FBED4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AAA42-B108-561F-1356-C9C614E3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205EB-84A4-ADE2-1154-A76CCE7C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52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7232-2D02-0318-AFCD-73825C8C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C0142-F5FE-A906-84BF-8467876BB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FFE9A-E058-25D4-537B-A8E329DF0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B6134-B77C-1D3C-0904-05A5F599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0D29C-9EF8-FE68-3BFA-E0F8C9AF8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71A40-0323-C243-C430-DF537E64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2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8D85-FF43-B50B-B556-C7B76DBA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29E4DB-9EF8-2EE6-7C9B-FE8A1073F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FBF10-3F97-84E0-B4F7-EADCBC99D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2C471-22C4-37C1-ED54-42DBE33F1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25B50-ABD5-8E04-5103-CC49648B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B10A0-7D37-C9E0-AE9B-020A5279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4FE9-6F66-F665-D96E-AA87F510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3829E-C407-5C43-396A-9B83377E7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3655C-B7B5-B854-E0AA-C54FA29F3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EC7F9-E406-09FB-2823-43F3C63D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ED232-7BA0-547D-B955-0E371362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8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77477C-8768-EAFA-8CC9-45749D1C9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16980-6675-9A45-D5B5-00A8A45DB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A5187-70CA-F6E4-4F74-058448F3C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7AF1B-16E3-24A5-4CDE-AA676DA5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35B19-AB2B-6F82-427E-1BBFFAB9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53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ue">
    <p:bg>
      <p:bgPr>
        <a:solidFill>
          <a:srgbClr val="14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resentation Title Blue"/>
          <p:cNvSpPr txBox="1">
            <a:spLocks noGrp="1"/>
          </p:cNvSpPr>
          <p:nvPr>
            <p:ph type="title" hasCustomPrompt="1"/>
          </p:nvPr>
        </p:nvSpPr>
        <p:spPr>
          <a:xfrm>
            <a:off x="568285" y="1188720"/>
            <a:ext cx="10985503" cy="2324101"/>
          </a:xfrm>
          <a:prstGeom prst="rect">
            <a:avLst/>
          </a:prstGeom>
        </p:spPr>
        <p:txBody>
          <a:bodyPr lIns="0" anchor="b"/>
          <a:lstStyle>
            <a:lvl1pPr>
              <a:lnSpc>
                <a:spcPct val="70000"/>
              </a:lnSpc>
              <a:defRPr sz="8000" spc="-160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4C5C4F-6318-2F28-005D-BB295FFCC5AC}"/>
              </a:ext>
            </a:extLst>
          </p:cNvPr>
          <p:cNvSpPr>
            <a:spLocks noGrp="1"/>
          </p:cNvSpPr>
          <p:nvPr>
            <p:ph type="subTitle" idx="23"/>
          </p:nvPr>
        </p:nvSpPr>
        <p:spPr>
          <a:xfrm>
            <a:off x="600671" y="3802095"/>
            <a:ext cx="10990658" cy="952499"/>
          </a:xfrm>
        </p:spPr>
        <p:txBody>
          <a:bodyPr numCol="1"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ITC Franklin Gothic Std Med" panose="020B0504030503020204" pitchFamily="34" charset="0"/>
              </a:defRPr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0" y="5983024"/>
            <a:ext cx="9108780" cy="31849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1600">
                <a:solidFill>
                  <a:srgbClr val="FFFFFF"/>
                </a:solidFill>
                <a:latin typeface="Adobe Caslon Pro"/>
                <a:ea typeface="Adobe Caslon Pro"/>
                <a:cs typeface="Adobe Caslon Pro"/>
                <a:sym typeface="Adobe Caslon Pro"/>
              </a:defRPr>
            </a:lvl1pPr>
            <a:lvl2pPr marL="508000" indent="-203200" defTabSz="412750">
              <a:lnSpc>
                <a:spcPct val="100000"/>
              </a:lnSpc>
              <a:spcBef>
                <a:spcPts val="0"/>
              </a:spcBef>
              <a:buClrTx/>
              <a:defRPr sz="1600">
                <a:solidFill>
                  <a:srgbClr val="FFFFFF"/>
                </a:solidFill>
                <a:latin typeface="Adobe Caslon Pro"/>
                <a:ea typeface="Adobe Caslon Pro"/>
                <a:cs typeface="Adobe Caslon Pro"/>
                <a:sym typeface="Adobe Caslon Pro"/>
              </a:defRPr>
            </a:lvl2pPr>
            <a:lvl3pPr marL="812800" indent="-203200" defTabSz="412750">
              <a:lnSpc>
                <a:spcPct val="100000"/>
              </a:lnSpc>
              <a:spcBef>
                <a:spcPts val="0"/>
              </a:spcBef>
              <a:buClrTx/>
              <a:defRPr sz="1600">
                <a:solidFill>
                  <a:srgbClr val="FFFFFF"/>
                </a:solidFill>
                <a:latin typeface="Adobe Caslon Pro"/>
                <a:ea typeface="Adobe Caslon Pro"/>
                <a:cs typeface="Adobe Caslon Pro"/>
                <a:sym typeface="Adobe Caslon Pro"/>
              </a:defRPr>
            </a:lvl3pPr>
            <a:lvl4pPr marL="1117600" indent="-203200" defTabSz="412750">
              <a:lnSpc>
                <a:spcPct val="100000"/>
              </a:lnSpc>
              <a:spcBef>
                <a:spcPts val="0"/>
              </a:spcBef>
              <a:buClrTx/>
              <a:defRPr sz="1600">
                <a:solidFill>
                  <a:srgbClr val="FFFFFF"/>
                </a:solidFill>
                <a:latin typeface="Adobe Caslon Pro"/>
                <a:ea typeface="Adobe Caslon Pro"/>
                <a:cs typeface="Adobe Caslon Pro"/>
                <a:sym typeface="Adobe Caslon Pro"/>
              </a:defRPr>
            </a:lvl4pPr>
            <a:lvl5pPr marL="1422400" indent="-203200" defTabSz="412750">
              <a:lnSpc>
                <a:spcPct val="100000"/>
              </a:lnSpc>
              <a:spcBef>
                <a:spcPts val="0"/>
              </a:spcBef>
              <a:buClrTx/>
              <a:defRPr sz="1600">
                <a:solidFill>
                  <a:srgbClr val="FFFFFF"/>
                </a:solidFill>
                <a:latin typeface="Adobe Caslon Pro"/>
                <a:ea typeface="Adobe Caslon Pro"/>
                <a:cs typeface="Adobe Caslon Pro"/>
                <a:sym typeface="Adobe Caslon Pro"/>
              </a:defRPr>
            </a:lvl5pPr>
          </a:lstStyle>
          <a:p>
            <a:r>
              <a:t>Author and Date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UVA Lo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607287" y="5918200"/>
            <a:ext cx="2913885" cy="392669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logo</a:t>
            </a:r>
            <a:endParaRPr/>
          </a:p>
        </p:txBody>
      </p:sp>
      <p:sp>
        <p:nvSpPr>
          <p:cNvPr id="32" name="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1110" y="6514247"/>
            <a:ext cx="10929780" cy="1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  <a:miter lim="400000"/>
          </a:ln>
        </p:spPr>
        <p:txBody>
          <a:bodyPr lIns="22859" tIns="22859" rIns="22859" bIns="22859"/>
          <a:lstStyle/>
          <a:p>
            <a:pPr algn="ctr" defTabSz="1219169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5E5E5E"/>
                </a:solidFill>
                <a:latin typeface="ITC Franklin Gothic Std Book"/>
                <a:ea typeface="ITC Franklin Gothic Std Book"/>
                <a:cs typeface="ITC Franklin Gothic Std Book"/>
                <a:sym typeface="ITC Franklin Gothic Std Book"/>
              </a:defRPr>
            </a:pPr>
            <a:endParaRPr sz="1200"/>
          </a:p>
        </p:txBody>
      </p:sp>
      <p:sp>
        <p:nvSpPr>
          <p:cNvPr id="33" name="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1110" y="5689807"/>
            <a:ext cx="10929780" cy="1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  <a:miter lim="400000"/>
          </a:ln>
        </p:spPr>
        <p:txBody>
          <a:bodyPr lIns="22859" tIns="22859" rIns="22859" bIns="22859"/>
          <a:lstStyle/>
          <a:p>
            <a:pPr algn="ctr" defTabSz="1219169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5E5E5E"/>
                </a:solidFill>
                <a:latin typeface="ITC Franklin Gothic Std Book"/>
                <a:ea typeface="ITC Franklin Gothic Std Book"/>
                <a:cs typeface="ITC Franklin Gothic Std Book"/>
                <a:sym typeface="ITC Franklin Gothic Std Book"/>
              </a:defRPr>
            </a:pPr>
            <a:endParaRPr sz="1200"/>
          </a:p>
        </p:txBody>
      </p:sp>
      <p:sp>
        <p:nvSpPr>
          <p:cNvPr id="34" name="Rectang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1110" y="3445459"/>
            <a:ext cx="1613125" cy="163520"/>
          </a:xfrm>
          <a:prstGeom prst="rect">
            <a:avLst/>
          </a:prstGeom>
          <a:solidFill>
            <a:srgbClr val="E572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200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ITC Franklin Gothic Std Med" panose="020B0504030503020204" pitchFamily="34" charset="0"/>
            </a:endParaRPr>
          </a:p>
        </p:txBody>
      </p:sp>
      <p:sp>
        <p:nvSpPr>
          <p:cNvPr id="36" name="Slide Numb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603250" y="6560160"/>
            <a:ext cx="194311" cy="1676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1" name="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1110" y="329534"/>
            <a:ext cx="10929780" cy="1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  <a:miter lim="400000"/>
          </a:ln>
        </p:spPr>
        <p:txBody>
          <a:bodyPr lIns="22859" tIns="22859" rIns="22859" bIns="22859"/>
          <a:lstStyle/>
          <a:p>
            <a:pPr algn="ctr" defTabSz="1219169">
              <a:lnSpc>
                <a:spcPct val="100000"/>
              </a:lnSpc>
              <a:spcBef>
                <a:spcPts val="0"/>
              </a:spcBef>
              <a:defRPr sz="2400" spc="0">
                <a:solidFill>
                  <a:srgbClr val="5E5E5E"/>
                </a:solidFill>
                <a:latin typeface="ITC Franklin Gothic Std Book"/>
                <a:ea typeface="ITC Franklin Gothic Std Book"/>
                <a:cs typeface="ITC Franklin Gothic Std Book"/>
                <a:sym typeface="ITC Franklin Gothic Std Book"/>
              </a:defRPr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10269851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DDD92AE3-81BD-B740-94EE-E20C2FEFAD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3250" y="1223435"/>
            <a:ext cx="4679950" cy="396571"/>
          </a:xfrm>
        </p:spPr>
        <p:txBody>
          <a:bodyPr>
            <a:normAutofit/>
          </a:bodyPr>
          <a:lstStyle>
            <a:lvl1pPr marL="0" indent="0">
              <a:buNone/>
              <a:defRPr sz="2750" b="0" i="0">
                <a:solidFill>
                  <a:schemeClr val="tx1"/>
                </a:solidFill>
                <a:latin typeface="ITC Franklin Gothic Std Med" panose="020B0504030503020204" pitchFamily="34" charset="0"/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4" name="Body Level One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603250" y="2129157"/>
            <a:ext cx="4679950" cy="4128316"/>
          </a:xfrm>
          <a:prstGeom prst="rect">
            <a:avLst/>
          </a:prstGeom>
        </p:spPr>
        <p:txBody>
          <a:bodyPr numCol="1" spcCol="38100"/>
          <a:lstStyle>
            <a:lvl1pPr defTabSz="412750">
              <a:defRPr b="0" i="0" spc="-44">
                <a:solidFill>
                  <a:srgbClr val="4A4A4A"/>
                </a:solidFill>
                <a:latin typeface="ITC Franklin Gothic Std Book" panose="020B0504030503020204" pitchFamily="34" charset="0"/>
                <a:ea typeface="ITC Franklin Gothic Std Book" panose="020B0504030503020204" pitchFamily="34" charset="0"/>
                <a:cs typeface="ITC Franklin Gothic Std Book" panose="020B0504030503020204" pitchFamily="34" charset="0"/>
                <a:sym typeface="ITC Franklin Gothic Std Medium"/>
              </a:defRPr>
            </a:lvl1pPr>
          </a:lstStyle>
          <a:p>
            <a:r>
              <a:t>Slide bullet text</a:t>
            </a:r>
          </a:p>
        </p:txBody>
      </p:sp>
      <p:sp>
        <p:nvSpPr>
          <p:cNvPr id="155" name="Placeholder for image"/>
          <p:cNvSpPr>
            <a:spLocks noGrp="1"/>
          </p:cNvSpPr>
          <p:nvPr>
            <p:ph type="pic" idx="22" hasCustomPrompt="1"/>
          </p:nvPr>
        </p:nvSpPr>
        <p:spPr>
          <a:xfrm>
            <a:off x="5492750" y="635000"/>
            <a:ext cx="6699250" cy="559102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lIns="91439" tIns="45719" rIns="91439" bIns="45719" numCol="1" spcCol="38100">
            <a:noAutofit/>
          </a:bodyPr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</a:t>
            </a:r>
            <a:endParaRPr/>
          </a:p>
        </p:txBody>
      </p:sp>
      <p:sp>
        <p:nvSpPr>
          <p:cNvPr id="157" name="Slide Numb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95C18A-4C11-800C-064E-09A4FB2A5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1" y="591524"/>
            <a:ext cx="4679950" cy="7526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65937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  <p15:guide id="3" pos="691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A596BE-2DE9-9260-8286-C0E2B92B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102B7-2C5F-8A36-85BA-B756645CD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FEFA-5F4B-3456-71B4-FA7AED7AE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4360C-A7CD-4696-94A2-91723D4F5E3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60D6-40B6-A1A0-7D8A-153B061E6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0F083-0778-E7CE-E2F8-DE950048E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4FB8D-C4EA-4902-8D90-51B55B970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8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itle blue"/>
          <p:cNvSpPr txBox="1">
            <a:spLocks noGrp="1"/>
          </p:cNvSpPr>
          <p:nvPr>
            <p:ph type="title"/>
          </p:nvPr>
        </p:nvSpPr>
        <p:spPr>
          <a:xfrm>
            <a:off x="568285" y="1188720"/>
            <a:ext cx="10985503" cy="2324101"/>
          </a:xfrm>
        </p:spPr>
        <p:txBody>
          <a:bodyPr/>
          <a:lstStyle>
            <a:lvl1pPr>
              <a:defRPr spc="-400"/>
            </a:lvl1pPr>
          </a:lstStyle>
          <a:p>
            <a:r>
              <a:rPr lang="en-US" dirty="0"/>
              <a:t>AUTOSTACK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04F18C3-80F2-289D-4988-B92018B8A549}"/>
              </a:ext>
            </a:extLst>
          </p:cNvPr>
          <p:cNvSpPr>
            <a:spLocks noGrp="1"/>
          </p:cNvSpPr>
          <p:nvPr>
            <p:ph type="subTitle" idx="23"/>
          </p:nvPr>
        </p:nvSpPr>
        <p:spPr/>
        <p:txBody>
          <a:bodyPr vert="horz" lIns="25400" tIns="25400" rIns="25400" bIns="25400" numCol="1" spcCol="1098550" rtlCol="0" anchor="t">
            <a:normAutofit/>
          </a:bodyPr>
          <a:lstStyle/>
          <a:p>
            <a:r>
              <a:rPr lang="en-US" dirty="0">
                <a:latin typeface="ITC Franklin Gothic Std Med"/>
              </a:rPr>
              <a:t>Frank Wu, Yingming Ma, Tony Xu, Anson Lu</a:t>
            </a:r>
          </a:p>
        </p:txBody>
      </p:sp>
      <p:sp>
        <p:nvSpPr>
          <p:cNvPr id="341" name="Tobias, July 12th 2023"/>
          <p:cNvSpPr txBox="1">
            <a:spLocks noGrp="1"/>
          </p:cNvSpPr>
          <p:nvPr>
            <p:ph type="body" sz="quarter" idx="1"/>
          </p:nvPr>
        </p:nvSpPr>
        <p:spPr>
          <a:xfrm>
            <a:off x="603250" y="5983024"/>
            <a:ext cx="9108780" cy="318490"/>
          </a:xfrm>
        </p:spPr>
        <p:txBody>
          <a:bodyPr>
            <a:normAutofit lnSpcReduction="10000"/>
          </a:bodyPr>
          <a:lstStyle/>
          <a:p>
            <a:r>
              <a:rPr lang="en-US"/>
              <a:t>Fall 2025</a:t>
            </a:r>
          </a:p>
        </p:txBody>
      </p:sp>
      <p:pic>
        <p:nvPicPr>
          <p:cNvPr id="6" name="UVA Logo" descr="UVA Logo">
            <a:extLst>
              <a:ext uri="{FF2B5EF4-FFF2-40B4-BE49-F238E27FC236}">
                <a16:creationId xmlns:a16="http://schemas.microsoft.com/office/drawing/2014/main" id="{27B0AB75-52BC-E9F1-3452-FDB0EF65C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8105" t="358" r="-2332" b="-431"/>
          <a:stretch/>
        </p:blipFill>
        <p:spPr>
          <a:xfrm>
            <a:off x="8643751" y="5918200"/>
            <a:ext cx="2913857" cy="392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BB2A33-F51A-4167-B358-FDE4DB6B71E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438F0-E57D-7656-A822-1359E0F00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and bullets">
            <a:extLst>
              <a:ext uri="{FF2B5EF4-FFF2-40B4-BE49-F238E27FC236}">
                <a16:creationId xmlns:a16="http://schemas.microsoft.com/office/drawing/2014/main" id="{7733C7B6-F42D-317D-222A-508B47DD11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591524"/>
            <a:ext cx="10579100" cy="752652"/>
          </a:xfrm>
        </p:spPr>
        <p:txBody>
          <a:bodyPr>
            <a:normAutofit/>
          </a:bodyPr>
          <a:lstStyle>
            <a:lvl1pPr>
              <a:defRPr spc="-200"/>
            </a:lvl1pPr>
          </a:lstStyle>
          <a:p>
            <a:r>
              <a:rPr lang="en-US"/>
              <a:t>Design: Block diagram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BCAB3-03A5-5589-99F5-097B3FB0347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0ADFBE-309D-FD61-A664-7001EDC40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374" y="1451046"/>
            <a:ext cx="5841251" cy="48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5347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C3507-B1ED-AA45-C714-B1CA7D71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0" name="Rectangle 389">
            <a:extLst>
              <a:ext uri="{FF2B5EF4-FFF2-40B4-BE49-F238E27FC236}">
                <a16:creationId xmlns:a16="http://schemas.microsoft.com/office/drawing/2014/main" id="{ADA216DF-C268-4A25-A2DC-51E15F550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Title and bullets">
            <a:extLst>
              <a:ext uri="{FF2B5EF4-FFF2-40B4-BE49-F238E27FC236}">
                <a16:creationId xmlns:a16="http://schemas.microsoft.com/office/drawing/2014/main" id="{6C97D819-4395-4F22-062D-1A37582C4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8881" y="4474080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spc="-200"/>
            </a:lvl1pPr>
          </a:lstStyle>
          <a:p>
            <a:pPr algn="ctr"/>
            <a:r>
              <a:rPr lang="en-US" sz="6600"/>
              <a:t>Example Of Metal Flakes:</a:t>
            </a:r>
          </a:p>
        </p:txBody>
      </p:sp>
      <p:pic>
        <p:nvPicPr>
          <p:cNvPr id="7" name="Picture 6" descr="A close-up of a broken glass&#10;&#10;AI-generated content may be incorrect.">
            <a:extLst>
              <a:ext uri="{FF2B5EF4-FFF2-40B4-BE49-F238E27FC236}">
                <a16:creationId xmlns:a16="http://schemas.microsoft.com/office/drawing/2014/main" id="{42807C7B-EE77-C963-CC61-0E078592D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705002"/>
            <a:ext cx="3758184" cy="3006547"/>
          </a:xfrm>
          <a:prstGeom prst="rect">
            <a:avLst/>
          </a:prstGeom>
        </p:spPr>
      </p:pic>
      <p:pic>
        <p:nvPicPr>
          <p:cNvPr id="9" name="Picture 8" descr="A close-up of a broken glass&#10;&#10;AI-generated content may be incorrect.">
            <a:extLst>
              <a:ext uri="{FF2B5EF4-FFF2-40B4-BE49-F238E27FC236}">
                <a16:creationId xmlns:a16="http://schemas.microsoft.com/office/drawing/2014/main" id="{35AD5AFE-6C1D-95B8-B9AB-697D43EED8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528" y="705002"/>
            <a:ext cx="3758184" cy="3006547"/>
          </a:xfrm>
          <a:prstGeom prst="rect">
            <a:avLst/>
          </a:prstGeom>
        </p:spPr>
      </p:pic>
      <p:pic>
        <p:nvPicPr>
          <p:cNvPr id="5" name="Picture 4" descr="A close-up of a yellow background&#10;&#10;AI-generated content may be incorrect.">
            <a:extLst>
              <a:ext uri="{FF2B5EF4-FFF2-40B4-BE49-F238E27FC236}">
                <a16:creationId xmlns:a16="http://schemas.microsoft.com/office/drawing/2014/main" id="{E34993E5-2773-0E0C-2BB0-A37B266723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304" y="705002"/>
            <a:ext cx="3758184" cy="3006547"/>
          </a:xfrm>
          <a:prstGeom prst="rect">
            <a:avLst/>
          </a:prstGeom>
        </p:spPr>
      </p:pic>
      <p:sp>
        <p:nvSpPr>
          <p:cNvPr id="392" name="sketch line">
            <a:extLst>
              <a:ext uri="{FF2B5EF4-FFF2-40B4-BE49-F238E27FC236}">
                <a16:creationId xmlns:a16="http://schemas.microsoft.com/office/drawing/2014/main" id="{DE127D07-37F2-4FE3-9F47-F0CD6740D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563476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0CB0A1-2AAD-9C77-F12E-185A409568A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6CB4B4D-7CA3-9044-876B-883B54F8677D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6013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</Words>
  <Application>Microsoft Office PowerPoint</Application>
  <PresentationFormat>Widescreen</PresentationFormat>
  <Paragraphs>12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Adobe Caslon Pro</vt:lpstr>
      <vt:lpstr>ITC Franklin Gothic Std Book</vt:lpstr>
      <vt:lpstr>ITC Franklin Gothic Std Med</vt:lpstr>
      <vt:lpstr>Aptos</vt:lpstr>
      <vt:lpstr>Aptos Display</vt:lpstr>
      <vt:lpstr>Arial</vt:lpstr>
      <vt:lpstr>Office Theme</vt:lpstr>
      <vt:lpstr>AUTOSTACK</vt:lpstr>
      <vt:lpstr>Design: Block diagram</vt:lpstr>
      <vt:lpstr>Example Of Metal Flakes: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Ma, Yingming (quh5gm)</dc:creator>
  <cp:lastModifiedBy>Ma, Yingming (quh5gm)</cp:lastModifiedBy>
  <cp:revision>1</cp:revision>
  <dcterms:created xsi:type="dcterms:W3CDTF">2025-11-06T02:12:22Z</dcterms:created>
  <dcterms:modified xsi:type="dcterms:W3CDTF">2025-11-06T02:17:21Z</dcterms:modified>
</cp:coreProperties>
</file>