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3" r:id="rId5"/>
    <p:sldId id="264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B24F5-3276-950B-9F43-2769F2C2356F}" v="368" dt="2025-12-09T17:48:54.490"/>
    <p1510:client id="{1A8C014B-E4B8-5256-71B6-FD98A5BD851E}" v="340" dt="2025-12-09T17:08:14.941"/>
    <p1510:client id="{60950BA9-0B2D-0B07-19AA-FC18FFA42621}" v="656" dt="2025-12-09T17:08:54.365"/>
    <p1510:client id="{959560ED-E972-538F-DAEC-26A5FC4EDCCF}" v="398" dt="2025-12-09T17:05:02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, Yingming (quh5gm)" userId="S::quh5gm@virginia.edu::52d8fd93-daa1-4705-b6dc-57caa5808814" providerId="AD" clId="Web-{06AB24F5-3276-950B-9F43-2769F2C2356F}"/>
    <pc:docChg chg="mod modSld sldOrd addMainMaster delMainMaster modMainMaster">
      <pc:chgData name="Ma, Yingming (quh5gm)" userId="S::quh5gm@virginia.edu::52d8fd93-daa1-4705-b6dc-57caa5808814" providerId="AD" clId="Web-{06AB24F5-3276-950B-9F43-2769F2C2356F}" dt="2025-12-09T17:48:54.490" v="359"/>
      <pc:docMkLst>
        <pc:docMk/>
      </pc:docMkLst>
      <pc:sldChg chg="addSp delSp modSp mod modClrScheme delDesignElem chgLayout">
        <pc:chgData name="Ma, Yingming (quh5gm)" userId="S::quh5gm@virginia.edu::52d8fd93-daa1-4705-b6dc-57caa5808814" providerId="AD" clId="Web-{06AB24F5-3276-950B-9F43-2769F2C2356F}" dt="2025-12-09T17:37:54.503" v="340" actId="1076"/>
        <pc:sldMkLst>
          <pc:docMk/>
          <pc:sldMk cId="109857222" sldId="256"/>
        </pc:sldMkLst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7:54.503" v="340" actId="1076"/>
          <ac:spMkLst>
            <pc:docMk/>
            <pc:sldMk cId="109857222" sldId="256"/>
            <ac:spMk id="4" creationId="{66FD4801-B911-0DE7-5F41-1FD5471A1F7D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8" creationId="{46F1F2C8-798B-4CCE-A851-94AFAF350BED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10" creationId="{755E9CD0-04B0-4A3C-B291-AD913379C713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12" creationId="{1DD8BF3B-6066-418C-8D1A-75C5E396FC04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14" creationId="{80BC66F9-7A74-4286-AD22-1174052CC22C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16" creationId="{D8142CC3-2B5C-48E6-9DF0-6C8ACBAF23EF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20" creationId="{46A89C79-8EF3-4AF9-B3D9-59A883F41C83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22" creationId="{EFE5CE34-4543-42E5-B82C-1F3D12422CDD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09857222" sldId="256"/>
            <ac:spMk id="24" creationId="{72AF41FE-63D7-4695-81D2-66D2510E4486}"/>
          </ac:spMkLst>
        </pc:spChg>
      </pc:sldChg>
      <pc:sldChg chg="addSp delSp modSp mod modClrScheme delDesignElem chgLayout">
        <pc:chgData name="Ma, Yingming (quh5gm)" userId="S::quh5gm@virginia.edu::52d8fd93-daa1-4705-b6dc-57caa5808814" providerId="AD" clId="Web-{06AB24F5-3276-950B-9F43-2769F2C2356F}" dt="2025-12-09T17:38:16.847" v="342" actId="1076"/>
        <pc:sldMkLst>
          <pc:docMk/>
          <pc:sldMk cId="4285966775" sldId="257"/>
        </pc:sldMkLst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285966775" sldId="257"/>
            <ac:spMk id="2" creationId="{0468E173-27E9-99AE-8B22-973C3DA8A3C3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285966775" sldId="257"/>
            <ac:spMk id="3" creationId="{027C2207-D691-ADB0-3ADC-589CA3546E31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8:16.847" v="342" actId="1076"/>
          <ac:spMkLst>
            <pc:docMk/>
            <pc:sldMk cId="4285966775" sldId="257"/>
            <ac:spMk id="4" creationId="{2FB3CBC6-6F19-66CF-12AE-2AEFA9F04483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285966775" sldId="257"/>
            <ac:spMk id="8" creationId="{907EF6B7-1338-4443-8C46-6A318D952DFD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285966775" sldId="257"/>
            <ac:spMk id="10" creationId="{DAAE4CDD-124C-4DCF-9584-B6033B545DD5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285966775" sldId="257"/>
            <ac:spMk id="12" creationId="{081E4A58-353D-44AE-B2FC-2A74E2E400F7}"/>
          </ac:spMkLst>
        </pc:spChg>
      </pc:sldChg>
      <pc:sldChg chg="addSp delSp modSp mod modClrScheme delDesignElem chgLayout">
        <pc:chgData name="Ma, Yingming (quh5gm)" userId="S::quh5gm@virginia.edu::52d8fd93-daa1-4705-b6dc-57caa5808814" providerId="AD" clId="Web-{06AB24F5-3276-950B-9F43-2769F2C2356F}" dt="2025-12-09T17:39:00.316" v="346" actId="1076"/>
        <pc:sldMkLst>
          <pc:docMk/>
          <pc:sldMk cId="4023678643" sldId="259"/>
        </pc:sldMkLst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023678643" sldId="259"/>
            <ac:spMk id="2" creationId="{1D690676-ED43-EDD6-DB4D-89FB034778C6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023678643" sldId="259"/>
            <ac:spMk id="3" creationId="{EBDBD24F-A22C-5897-9064-0BCB4ACAC287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9:00.316" v="346" actId="1076"/>
          <ac:spMkLst>
            <pc:docMk/>
            <pc:sldMk cId="4023678643" sldId="259"/>
            <ac:spMk id="4" creationId="{6D73B875-FA68-0016-F097-0F3EC04E9FE4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023678643" sldId="259"/>
            <ac:spMk id="11" creationId="{F13C74B1-5B17-4795-BED0-7140497B445A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4023678643" sldId="259"/>
            <ac:spMk id="13" creationId="{D4974D33-8DC5-464E-8C6D-BE58F0669C17}"/>
          </ac:spMkLst>
        </pc:spChg>
        <pc:picChg chg="mod">
          <ac:chgData name="Ma, Yingming (quh5gm)" userId="S::quh5gm@virginia.edu::52d8fd93-daa1-4705-b6dc-57caa5808814" providerId="AD" clId="Web-{06AB24F5-3276-950B-9F43-2769F2C2356F}" dt="2025-12-09T17:36:19.392" v="329" actId="1076"/>
          <ac:picMkLst>
            <pc:docMk/>
            <pc:sldMk cId="4023678643" sldId="259"/>
            <ac:picMk id="6" creationId="{575D081B-237E-D530-3B55-FC83A4AA04CC}"/>
          </ac:picMkLst>
        </pc:picChg>
      </pc:sldChg>
      <pc:sldChg chg="addSp delSp modSp mod setBg modClrScheme chgLayout">
        <pc:chgData name="Ma, Yingming (quh5gm)" userId="S::quh5gm@virginia.edu::52d8fd93-daa1-4705-b6dc-57caa5808814" providerId="AD" clId="Web-{06AB24F5-3276-950B-9F43-2769F2C2356F}" dt="2025-12-09T17:41:50.186" v="358" actId="1076"/>
        <pc:sldMkLst>
          <pc:docMk/>
          <pc:sldMk cId="1898132275" sldId="260"/>
        </pc:sldMkLst>
        <pc:spChg chg="mod ord">
          <ac:chgData name="Ma, Yingming (quh5gm)" userId="S::quh5gm@virginia.edu::52d8fd93-daa1-4705-b6dc-57caa5808814" providerId="AD" clId="Web-{06AB24F5-3276-950B-9F43-2769F2C2356F}" dt="2025-12-09T17:27:43.961" v="224"/>
          <ac:spMkLst>
            <pc:docMk/>
            <pc:sldMk cId="1898132275" sldId="260"/>
            <ac:spMk id="2" creationId="{52436631-B0B9-B238-F619-3FDC97BF7C24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32:44.561" v="324" actId="20577"/>
          <ac:spMkLst>
            <pc:docMk/>
            <pc:sldMk cId="1898132275" sldId="260"/>
            <ac:spMk id="3" creationId="{A0768BF8-FB3C-380E-7A0C-84C7060B68ED}"/>
          </ac:spMkLst>
        </pc:spChg>
        <pc:spChg chg="add del mod">
          <ac:chgData name="Ma, Yingming (quh5gm)" userId="S::quh5gm@virginia.edu::52d8fd93-daa1-4705-b6dc-57caa5808814" providerId="AD" clId="Web-{06AB24F5-3276-950B-9F43-2769F2C2356F}" dt="2025-12-09T17:41:03.949" v="354"/>
          <ac:spMkLst>
            <pc:docMk/>
            <pc:sldMk cId="1898132275" sldId="260"/>
            <ac:spMk id="4" creationId="{E321ADFA-243C-3651-604A-900A783609A6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41:50.186" v="358" actId="1076"/>
          <ac:spMkLst>
            <pc:docMk/>
            <pc:sldMk cId="1898132275" sldId="260"/>
            <ac:spMk id="5" creationId="{60D3A710-91E6-818C-09EF-33FD8DBBEB7B}"/>
          </ac:spMkLst>
        </pc:spChg>
        <pc:spChg chg="add">
          <ac:chgData name="Ma, Yingming (quh5gm)" userId="S::quh5gm@virginia.edu::52d8fd93-daa1-4705-b6dc-57caa5808814" providerId="AD" clId="Web-{06AB24F5-3276-950B-9F43-2769F2C2356F}" dt="2025-12-09T17:27:43.961" v="224"/>
          <ac:spMkLst>
            <pc:docMk/>
            <pc:sldMk cId="1898132275" sldId="260"/>
            <ac:spMk id="8" creationId="{907EF6B7-1338-4443-8C46-6A318D952DFD}"/>
          </ac:spMkLst>
        </pc:spChg>
        <pc:spChg chg="add">
          <ac:chgData name="Ma, Yingming (quh5gm)" userId="S::quh5gm@virginia.edu::52d8fd93-daa1-4705-b6dc-57caa5808814" providerId="AD" clId="Web-{06AB24F5-3276-950B-9F43-2769F2C2356F}" dt="2025-12-09T17:27:43.961" v="224"/>
          <ac:spMkLst>
            <pc:docMk/>
            <pc:sldMk cId="1898132275" sldId="260"/>
            <ac:spMk id="10" creationId="{DAAE4CDD-124C-4DCF-9584-B6033B545DD5}"/>
          </ac:spMkLst>
        </pc:spChg>
        <pc:spChg chg="add">
          <ac:chgData name="Ma, Yingming (quh5gm)" userId="S::quh5gm@virginia.edu::52d8fd93-daa1-4705-b6dc-57caa5808814" providerId="AD" clId="Web-{06AB24F5-3276-950B-9F43-2769F2C2356F}" dt="2025-12-09T17:27:43.961" v="224"/>
          <ac:spMkLst>
            <pc:docMk/>
            <pc:sldMk cId="1898132275" sldId="260"/>
            <ac:spMk id="12" creationId="{081E4A58-353D-44AE-B2FC-2A74E2E400F7}"/>
          </ac:spMkLst>
        </pc:spChg>
      </pc:sldChg>
      <pc:sldChg chg="addSp modSp mod ord setBg modClrScheme chgLayout">
        <pc:chgData name="Ma, Yingming (quh5gm)" userId="S::quh5gm@virginia.edu::52d8fd93-daa1-4705-b6dc-57caa5808814" providerId="AD" clId="Web-{06AB24F5-3276-950B-9F43-2769F2C2356F}" dt="2025-12-09T17:48:54.490" v="359"/>
        <pc:sldMkLst>
          <pc:docMk/>
          <pc:sldMk cId="4146436080" sldId="262"/>
        </pc:sldMkLst>
        <pc:spChg chg="mod ord">
          <ac:chgData name="Ma, Yingming (quh5gm)" userId="S::quh5gm@virginia.edu::52d8fd93-daa1-4705-b6dc-57caa5808814" providerId="AD" clId="Web-{06AB24F5-3276-950B-9F43-2769F2C2356F}" dt="2025-12-09T17:28:07.743" v="225"/>
          <ac:spMkLst>
            <pc:docMk/>
            <pc:sldMk cId="4146436080" sldId="262"/>
            <ac:spMk id="2" creationId="{5934DF49-E527-321D-84B7-F78FBBFEEEF0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8:07.743" v="225"/>
          <ac:spMkLst>
            <pc:docMk/>
            <pc:sldMk cId="4146436080" sldId="262"/>
            <ac:spMk id="3" creationId="{BC644381-D535-5F18-635E-85124218D33E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8:42.081" v="344" actId="1076"/>
          <ac:spMkLst>
            <pc:docMk/>
            <pc:sldMk cId="4146436080" sldId="262"/>
            <ac:spMk id="5" creationId="{9FC7385B-A096-A762-9AA6-D73F5E426369}"/>
          </ac:spMkLst>
        </pc:spChg>
        <pc:spChg chg="add">
          <ac:chgData name="Ma, Yingming (quh5gm)" userId="S::quh5gm@virginia.edu::52d8fd93-daa1-4705-b6dc-57caa5808814" providerId="AD" clId="Web-{06AB24F5-3276-950B-9F43-2769F2C2356F}" dt="2025-12-09T17:28:07.743" v="225"/>
          <ac:spMkLst>
            <pc:docMk/>
            <pc:sldMk cId="4146436080" sldId="262"/>
            <ac:spMk id="9" creationId="{743AA782-23D1-4521-8CAD-47662984AA08}"/>
          </ac:spMkLst>
        </pc:spChg>
        <pc:spChg chg="add">
          <ac:chgData name="Ma, Yingming (quh5gm)" userId="S::quh5gm@virginia.edu::52d8fd93-daa1-4705-b6dc-57caa5808814" providerId="AD" clId="Web-{06AB24F5-3276-950B-9F43-2769F2C2356F}" dt="2025-12-09T17:28:07.743" v="225"/>
          <ac:spMkLst>
            <pc:docMk/>
            <pc:sldMk cId="4146436080" sldId="262"/>
            <ac:spMk id="11" creationId="{71877DBC-BB60-40F0-AC93-2ACDBAAE60CE}"/>
          </ac:spMkLst>
        </pc:spChg>
        <pc:picChg chg="mod">
          <ac:chgData name="Ma, Yingming (quh5gm)" userId="S::quh5gm@virginia.edu::52d8fd93-daa1-4705-b6dc-57caa5808814" providerId="AD" clId="Web-{06AB24F5-3276-950B-9F43-2769F2C2356F}" dt="2025-12-09T17:28:07.743" v="225"/>
          <ac:picMkLst>
            <pc:docMk/>
            <pc:sldMk cId="4146436080" sldId="262"/>
            <ac:picMk id="4" creationId="{22D9E4A8-B114-DC27-4B3C-5082D0A82F60}"/>
          </ac:picMkLst>
        </pc:picChg>
      </pc:sldChg>
      <pc:sldChg chg="addSp delSp modSp mod modClrScheme delDesignElem chgLayout">
        <pc:chgData name="Ma, Yingming (quh5gm)" userId="S::quh5gm@virginia.edu::52d8fd93-daa1-4705-b6dc-57caa5808814" providerId="AD" clId="Web-{06AB24F5-3276-950B-9F43-2769F2C2356F}" dt="2025-12-09T17:39:20.520" v="348" actId="1076"/>
        <pc:sldMkLst>
          <pc:docMk/>
          <pc:sldMk cId="839884714" sldId="263"/>
        </pc:sldMkLst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839884714" sldId="263"/>
            <ac:spMk id="2" creationId="{C8F0F478-C76B-01B5-B1CA-02ECD3898EEB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839884714" sldId="263"/>
            <ac:spMk id="3" creationId="{FE703D34-1779-AFA3-E1D8-54EDBF87D948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9:20.520" v="348" actId="1076"/>
          <ac:spMkLst>
            <pc:docMk/>
            <pc:sldMk cId="839884714" sldId="263"/>
            <ac:spMk id="6" creationId="{C915D6C7-F35E-8850-073C-E5B96143A087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839884714" sldId="263"/>
            <ac:spMk id="207" creationId="{352BEC0E-22F8-46D0-9632-375DB541B06C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839884714" sldId="263"/>
            <ac:spMk id="208" creationId="{3FCFB1DE-0B7E-48CC-BA90-B2AB0889F9D6}"/>
          </ac:spMkLst>
        </pc:spChg>
      </pc:sldChg>
      <pc:sldChg chg="addSp delSp modSp mod modClrScheme delDesignElem chgLayout">
        <pc:chgData name="Ma, Yingming (quh5gm)" userId="S::quh5gm@virginia.edu::52d8fd93-daa1-4705-b6dc-57caa5808814" providerId="AD" clId="Web-{06AB24F5-3276-950B-9F43-2769F2C2356F}" dt="2025-12-09T17:39:52.741" v="351" actId="1076"/>
        <pc:sldMkLst>
          <pc:docMk/>
          <pc:sldMk cId="1472965942" sldId="264"/>
        </pc:sldMkLst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2" creationId="{DA3E85B3-CA8C-F37E-AE1A-8132C6681D7E}"/>
          </ac:spMkLst>
        </pc:spChg>
        <pc:spChg chg="mod ord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3" creationId="{61844D55-43E7-2F4F-3261-F8639D2440A8}"/>
          </ac:spMkLst>
        </pc:spChg>
        <pc:spChg chg="add mod">
          <ac:chgData name="Ma, Yingming (quh5gm)" userId="S::quh5gm@virginia.edu::52d8fd93-daa1-4705-b6dc-57caa5808814" providerId="AD" clId="Web-{06AB24F5-3276-950B-9F43-2769F2C2356F}" dt="2025-12-09T17:39:52.741" v="351" actId="1076"/>
          <ac:spMkLst>
            <pc:docMk/>
            <pc:sldMk cId="1472965942" sldId="264"/>
            <ac:spMk id="5" creationId="{70FD686E-66C3-ECE3-713A-18E719D0ECB8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13" creationId="{55222F96-971A-4F90-B841-6BAB416C7AC1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14" creationId="{DBC6133C-0615-4CE4-9132-37E609A9BDFA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15" creationId="{08980754-6F4B-43C9-B9BE-127B6BED6586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16" creationId="{169CC832-2974-4E8D-90ED-3E2941BA7336}"/>
          </ac:spMkLst>
        </pc:spChg>
        <pc:spChg chg="add del">
          <ac:chgData name="Ma, Yingming (quh5gm)" userId="S::quh5gm@virginia.edu::52d8fd93-daa1-4705-b6dc-57caa5808814" providerId="AD" clId="Web-{06AB24F5-3276-950B-9F43-2769F2C2356F}" dt="2025-12-09T17:27:20.820" v="223"/>
          <ac:spMkLst>
            <pc:docMk/>
            <pc:sldMk cId="1472965942" sldId="264"/>
            <ac:spMk id="17" creationId="{2C1BBA94-3F40-40AA-8BB9-E69E25E537C1}"/>
          </ac:spMkLst>
        </pc:spChg>
      </pc:sldChg>
      <pc:sldMasterChg chg="add del mod addSldLayout delSldLayout modSldLayout">
        <pc:chgData name="Ma, Yingming (quh5gm)" userId="S::quh5gm@virginia.edu::52d8fd93-daa1-4705-b6dc-57caa5808814" providerId="AD" clId="Web-{06AB24F5-3276-950B-9F43-2769F2C2356F}" dt="2025-12-09T17:41:10.668" v="356"/>
        <pc:sldMasterMkLst>
          <pc:docMk/>
          <pc:sldMasterMk cId="2460954070" sldId="2147483660"/>
        </pc:sldMasterMkLst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 mod">
          <pc:chgData name="Ma, Yingming (quh5gm)" userId="S::quh5gm@virginia.edu::52d8fd93-daa1-4705-b6dc-57caa5808814" providerId="AD" clId="Web-{06AB24F5-3276-950B-9F43-2769F2C2356F}" dt="2025-12-09T17:41:10.668" v="35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Ma, Yingming (quh5gm)" userId="S::quh5gm@virginia.edu::52d8fd93-daa1-4705-b6dc-57caa5808814" providerId="AD" clId="Web-{06AB24F5-3276-950B-9F43-2769F2C2356F}" dt="2025-12-09T17:25:41.003" v="175"/>
        <pc:sldMasterMkLst>
          <pc:docMk/>
          <pc:sldMasterMk cId="1653979137" sldId="2147483672"/>
        </pc:sldMasterMkLst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2318763401" sldId="2147483673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137096277" sldId="2147483674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577893925" sldId="2147483675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816598732" sldId="2147483676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1906667000" sldId="2147483677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2013337627" sldId="2147483678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3387286912" sldId="2147483679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3224839197" sldId="2147483680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910342960" sldId="2147483681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2868329566" sldId="2147483682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5:41.003" v="175"/>
          <pc:sldLayoutMkLst>
            <pc:docMk/>
            <pc:sldMasterMk cId="1653979137" sldId="2147483672"/>
            <pc:sldLayoutMk cId="2950679154" sldId="2147483683"/>
          </pc:sldLayoutMkLst>
        </pc:sldLayoutChg>
      </pc:sldMasterChg>
      <pc:sldMasterChg chg="add del addSldLayout delSldLayout modSldLayout">
        <pc:chgData name="Ma, Yingming (quh5gm)" userId="S::quh5gm@virginia.edu::52d8fd93-daa1-4705-b6dc-57caa5808814" providerId="AD" clId="Web-{06AB24F5-3276-950B-9F43-2769F2C2356F}" dt="2025-12-09T17:27:20.820" v="223"/>
        <pc:sldMasterMkLst>
          <pc:docMk/>
          <pc:sldMasterMk cId="3674777093" sldId="2147483672"/>
        </pc:sldMasterMkLst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652972971" sldId="2147483673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148014905" sldId="2147483674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3034974505" sldId="2147483675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1635721602" sldId="2147483676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736822761" sldId="2147483677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1628716289" sldId="2147483678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1516620460" sldId="2147483679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4272782419" sldId="2147483680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2919218043" sldId="2147483681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562474362" sldId="2147483682"/>
          </pc:sldLayoutMkLst>
        </pc:sldLayoutChg>
        <pc:sldLayoutChg chg="add del mod replId">
          <pc:chgData name="Ma, Yingming (quh5gm)" userId="S::quh5gm@virginia.edu::52d8fd93-daa1-4705-b6dc-57caa5808814" providerId="AD" clId="Web-{06AB24F5-3276-950B-9F43-2769F2C2356F}" dt="2025-12-09T17:27:20.820" v="223"/>
          <pc:sldLayoutMkLst>
            <pc:docMk/>
            <pc:sldMasterMk cId="3674777093" sldId="2147483672"/>
            <pc:sldLayoutMk cId="3257678584" sldId="2147483683"/>
          </pc:sldLayoutMkLst>
        </pc:sldLayoutChg>
      </pc:sldMasterChg>
    </pc:docChg>
  </pc:docChgLst>
  <pc:docChgLst>
    <pc:chgData name="Wu, Frank (qhd9gx)" userId="S::qhd9gx@virginia.edu::70f81c32-dc78-42d8-bbac-a4398943b071" providerId="AD" clId="Web-{60950BA9-0B2D-0B07-19AA-FC18FFA42621}"/>
    <pc:docChg chg="addSld delSld modSld">
      <pc:chgData name="Wu, Frank (qhd9gx)" userId="S::qhd9gx@virginia.edu::70f81c32-dc78-42d8-bbac-a4398943b071" providerId="AD" clId="Web-{60950BA9-0B2D-0B07-19AA-FC18FFA42621}" dt="2025-12-09T17:09:58.943" v="661"/>
      <pc:docMkLst>
        <pc:docMk/>
      </pc:docMkLst>
      <pc:sldChg chg="addSp modSp mod setBg">
        <pc:chgData name="Wu, Frank (qhd9gx)" userId="S::qhd9gx@virginia.edu::70f81c32-dc78-42d8-bbac-a4398943b071" providerId="AD" clId="Web-{60950BA9-0B2D-0B07-19AA-FC18FFA42621}" dt="2025-12-09T17:09:36.615" v="660"/>
        <pc:sldMkLst>
          <pc:docMk/>
          <pc:sldMk cId="109857222" sldId="256"/>
        </pc:sldMkLst>
        <pc:spChg chg="mo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8" creationId="{46F1F2C8-798B-4CCE-A851-94AFAF350BED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10" creationId="{755E9CD0-04B0-4A3C-B291-AD913379C713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12" creationId="{1DD8BF3B-6066-418C-8D1A-75C5E396FC04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14" creationId="{80BC66F9-7A74-4286-AD22-1174052CC22C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16" creationId="{D8142CC3-2B5C-48E6-9DF0-6C8ACBAF23EF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20" creationId="{46A89C79-8EF3-4AF9-B3D9-59A883F41C83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22" creationId="{EFE5CE34-4543-42E5-B82C-1F3D12422CDD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36.615" v="660"/>
          <ac:spMkLst>
            <pc:docMk/>
            <pc:sldMk cId="109857222" sldId="256"/>
            <ac:spMk id="24" creationId="{72AF41FE-63D7-4695-81D2-66D2510E4486}"/>
          </ac:spMkLst>
        </pc:spChg>
      </pc:sldChg>
      <pc:sldChg chg="addSp modSp mod setBg">
        <pc:chgData name="Wu, Frank (qhd9gx)" userId="S::qhd9gx@virginia.edu::70f81c32-dc78-42d8-bbac-a4398943b071" providerId="AD" clId="Web-{60950BA9-0B2D-0B07-19AA-FC18FFA42621}" dt="2025-12-09T17:09:58.943" v="661"/>
        <pc:sldMkLst>
          <pc:docMk/>
          <pc:sldMk cId="4285966775" sldId="257"/>
        </pc:sldMkLst>
        <pc:spChg chg="mod">
          <ac:chgData name="Wu, Frank (qhd9gx)" userId="S::qhd9gx@virginia.edu::70f81c32-dc78-42d8-bbac-a4398943b071" providerId="AD" clId="Web-{60950BA9-0B2D-0B07-19AA-FC18FFA42621}" dt="2025-12-09T17:09:58.943" v="661"/>
          <ac:spMkLst>
            <pc:docMk/>
            <pc:sldMk cId="4285966775" sldId="257"/>
            <ac:spMk id="2" creationId="{0468E173-27E9-99AE-8B22-973C3DA8A3C3}"/>
          </ac:spMkLst>
        </pc:spChg>
        <pc:spChg chg="mod">
          <ac:chgData name="Wu, Frank (qhd9gx)" userId="S::qhd9gx@virginia.edu::70f81c32-dc78-42d8-bbac-a4398943b071" providerId="AD" clId="Web-{60950BA9-0B2D-0B07-19AA-FC18FFA42621}" dt="2025-12-09T17:09:58.943" v="661"/>
          <ac:spMkLst>
            <pc:docMk/>
            <pc:sldMk cId="4285966775" sldId="257"/>
            <ac:spMk id="3" creationId="{027C2207-D691-ADB0-3ADC-589CA3546E31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58.943" v="661"/>
          <ac:spMkLst>
            <pc:docMk/>
            <pc:sldMk cId="4285966775" sldId="257"/>
            <ac:spMk id="8" creationId="{907EF6B7-1338-4443-8C46-6A318D952DFD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58.943" v="661"/>
          <ac:spMkLst>
            <pc:docMk/>
            <pc:sldMk cId="4285966775" sldId="257"/>
            <ac:spMk id="10" creationId="{DAAE4CDD-124C-4DCF-9584-B6033B545DD5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9:58.943" v="661"/>
          <ac:spMkLst>
            <pc:docMk/>
            <pc:sldMk cId="4285966775" sldId="257"/>
            <ac:spMk id="12" creationId="{081E4A58-353D-44AE-B2FC-2A74E2E400F7}"/>
          </ac:spMkLst>
        </pc:spChg>
      </pc:sldChg>
      <pc:sldChg chg="addSp delSp modSp mod setBg">
        <pc:chgData name="Wu, Frank (qhd9gx)" userId="S::qhd9gx@virginia.edu::70f81c32-dc78-42d8-bbac-a4398943b071" providerId="AD" clId="Web-{60950BA9-0B2D-0B07-19AA-FC18FFA42621}" dt="2025-12-09T17:04:25.881" v="447"/>
        <pc:sldMkLst>
          <pc:docMk/>
          <pc:sldMk cId="4023678643" sldId="259"/>
        </pc:sldMkLst>
        <pc:spChg chg="mod">
          <ac:chgData name="Wu, Frank (qhd9gx)" userId="S::qhd9gx@virginia.edu::70f81c32-dc78-42d8-bbac-a4398943b071" providerId="AD" clId="Web-{60950BA9-0B2D-0B07-19AA-FC18FFA42621}" dt="2025-12-09T17:04:25.881" v="447"/>
          <ac:spMkLst>
            <pc:docMk/>
            <pc:sldMk cId="4023678643" sldId="259"/>
            <ac:spMk id="2" creationId="{1D690676-ED43-EDD6-DB4D-89FB034778C6}"/>
          </ac:spMkLst>
        </pc:spChg>
        <pc:spChg chg="add del mod">
          <ac:chgData name="Wu, Frank (qhd9gx)" userId="S::qhd9gx@virginia.edu::70f81c32-dc78-42d8-bbac-a4398943b071" providerId="AD" clId="Web-{60950BA9-0B2D-0B07-19AA-FC18FFA42621}" dt="2025-12-09T17:04:25.881" v="447"/>
          <ac:spMkLst>
            <pc:docMk/>
            <pc:sldMk cId="4023678643" sldId="259"/>
            <ac:spMk id="3" creationId="{EBDBD24F-A22C-5897-9064-0BCB4ACAC287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4:25.881" v="447"/>
          <ac:spMkLst>
            <pc:docMk/>
            <pc:sldMk cId="4023678643" sldId="259"/>
            <ac:spMk id="11" creationId="{F13C74B1-5B17-4795-BED0-7140497B445A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4:25.881" v="447"/>
          <ac:spMkLst>
            <pc:docMk/>
            <pc:sldMk cId="4023678643" sldId="259"/>
            <ac:spMk id="13" creationId="{D4974D33-8DC5-464E-8C6D-BE58F0669C17}"/>
          </ac:spMkLst>
        </pc:spChg>
        <pc:picChg chg="add del mod ord">
          <ac:chgData name="Wu, Frank (qhd9gx)" userId="S::qhd9gx@virginia.edu::70f81c32-dc78-42d8-bbac-a4398943b071" providerId="AD" clId="Web-{60950BA9-0B2D-0B07-19AA-FC18FFA42621}" dt="2025-12-09T16:54:15.838" v="5"/>
          <ac:picMkLst>
            <pc:docMk/>
            <pc:sldMk cId="4023678643" sldId="259"/>
            <ac:picMk id="4" creationId="{F5B50043-52C8-738B-9480-8AFBB8415B86}"/>
          </ac:picMkLst>
        </pc:picChg>
        <pc:picChg chg="add del mod ord">
          <ac:chgData name="Wu, Frank (qhd9gx)" userId="S::qhd9gx@virginia.edu::70f81c32-dc78-42d8-bbac-a4398943b071" providerId="AD" clId="Web-{60950BA9-0B2D-0B07-19AA-FC18FFA42621}" dt="2025-12-09T16:54:53.260" v="9"/>
          <ac:picMkLst>
            <pc:docMk/>
            <pc:sldMk cId="4023678643" sldId="259"/>
            <ac:picMk id="5" creationId="{1C8A68FB-ECC0-8097-FEE0-AB57855EC118}"/>
          </ac:picMkLst>
        </pc:picChg>
        <pc:picChg chg="add mod">
          <ac:chgData name="Wu, Frank (qhd9gx)" userId="S::qhd9gx@virginia.edu::70f81c32-dc78-42d8-bbac-a4398943b071" providerId="AD" clId="Web-{60950BA9-0B2D-0B07-19AA-FC18FFA42621}" dt="2025-12-09T17:04:25.881" v="447"/>
          <ac:picMkLst>
            <pc:docMk/>
            <pc:sldMk cId="4023678643" sldId="259"/>
            <ac:picMk id="6" creationId="{575D081B-237E-D530-3B55-FC83A4AA04CC}"/>
          </ac:picMkLst>
        </pc:picChg>
      </pc:sldChg>
      <pc:sldChg chg="addSp delSp modSp add mod replId setBg">
        <pc:chgData name="Wu, Frank (qhd9gx)" userId="S::qhd9gx@virginia.edu::70f81c32-dc78-42d8-bbac-a4398943b071" providerId="AD" clId="Web-{60950BA9-0B2D-0B07-19AA-FC18FFA42621}" dt="2025-12-09T17:04:10.694" v="446"/>
        <pc:sldMkLst>
          <pc:docMk/>
          <pc:sldMk cId="839884714" sldId="263"/>
        </pc:sldMkLst>
        <pc:spChg chg="mod ord">
          <ac:chgData name="Wu, Frank (qhd9gx)" userId="S::qhd9gx@virginia.edu::70f81c32-dc78-42d8-bbac-a4398943b071" providerId="AD" clId="Web-{60950BA9-0B2D-0B07-19AA-FC18FFA42621}" dt="2025-12-09T17:04:10.694" v="446"/>
          <ac:spMkLst>
            <pc:docMk/>
            <pc:sldMk cId="839884714" sldId="263"/>
            <ac:spMk id="2" creationId="{C8F0F478-C76B-01B5-B1CA-02ECD3898EEB}"/>
          </ac:spMkLst>
        </pc:spChg>
        <pc:spChg chg="mod ord">
          <ac:chgData name="Wu, Frank (qhd9gx)" userId="S::qhd9gx@virginia.edu::70f81c32-dc78-42d8-bbac-a4398943b071" providerId="AD" clId="Web-{60950BA9-0B2D-0B07-19AA-FC18FFA42621}" dt="2025-12-09T17:04:10.694" v="446"/>
          <ac:spMkLst>
            <pc:docMk/>
            <pc:sldMk cId="839884714" sldId="263"/>
            <ac:spMk id="3" creationId="{FE703D34-1779-AFA3-E1D8-54EDBF87D948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3:57.194" v="441"/>
          <ac:spMkLst>
            <pc:docMk/>
            <pc:sldMk cId="839884714" sldId="263"/>
            <ac:spMk id="10" creationId="{5A0118C5-4F8D-4CF4-BADD-53FEACC6C42A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10.678" v="445"/>
          <ac:spMkLst>
            <pc:docMk/>
            <pc:sldMk cId="839884714" sldId="263"/>
            <ac:spMk id="14" creationId="{3D4A84B9-E564-4DD0-97F8-DBF1C460C28A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10.678" v="445"/>
          <ac:spMkLst>
            <pc:docMk/>
            <pc:sldMk cId="839884714" sldId="263"/>
            <ac:spMk id="18" creationId="{102382E0-0A09-46AE-B955-B911CAFE7F00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3:57.194" v="441"/>
          <ac:spMkLst>
            <pc:docMk/>
            <pc:sldMk cId="839884714" sldId="263"/>
            <ac:spMk id="20" creationId="{EAED1919-54A1-41C9-B30B-A3FF3F58E38B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3:57.194" v="441"/>
          <ac:spMkLst>
            <pc:docMk/>
            <pc:sldMk cId="839884714" sldId="263"/>
            <ac:spMk id="26" creationId="{FFFEB18F-F81F-4CED-BE64-EB888A77C3B8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02.616" v="443"/>
          <ac:spMkLst>
            <pc:docMk/>
            <pc:sldMk cId="839884714" sldId="263"/>
            <ac:spMk id="199" creationId="{352BEC0E-22F8-46D0-9632-375DB541B06C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02.616" v="443"/>
          <ac:spMkLst>
            <pc:docMk/>
            <pc:sldMk cId="839884714" sldId="263"/>
            <ac:spMk id="200" creationId="{3FCFB1DE-0B7E-48CC-BA90-B2AB0889F9D6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10.678" v="445"/>
          <ac:spMkLst>
            <pc:docMk/>
            <pc:sldMk cId="839884714" sldId="263"/>
            <ac:spMk id="202" creationId="{0D7B6173-1D58-48E2-83CF-37350F315F75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10.678" v="445"/>
          <ac:spMkLst>
            <pc:docMk/>
            <pc:sldMk cId="839884714" sldId="263"/>
            <ac:spMk id="203" creationId="{2F36CA75-CFBF-4844-B719-8FE9EBADA9AF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4:10.678" v="445"/>
          <ac:spMkLst>
            <pc:docMk/>
            <pc:sldMk cId="839884714" sldId="263"/>
            <ac:spMk id="205" creationId="{7DE75D4A-0965-4973-BE75-DECCAC9A9614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4:10.694" v="446"/>
          <ac:spMkLst>
            <pc:docMk/>
            <pc:sldMk cId="839884714" sldId="263"/>
            <ac:spMk id="207" creationId="{352BEC0E-22F8-46D0-9632-375DB541B06C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4:10.694" v="446"/>
          <ac:spMkLst>
            <pc:docMk/>
            <pc:sldMk cId="839884714" sldId="263"/>
            <ac:spMk id="208" creationId="{3FCFB1DE-0B7E-48CC-BA90-B2AB0889F9D6}"/>
          </ac:spMkLst>
        </pc:spChg>
        <pc:grpChg chg="add del">
          <ac:chgData name="Wu, Frank (qhd9gx)" userId="S::qhd9gx@virginia.edu::70f81c32-dc78-42d8-bbac-a4398943b071" providerId="AD" clId="Web-{60950BA9-0B2D-0B07-19AA-FC18FFA42621}" dt="2025-12-09T17:03:57.194" v="441"/>
          <ac:grpSpMkLst>
            <pc:docMk/>
            <pc:sldMk cId="839884714" sldId="263"/>
            <ac:grpSpMk id="16" creationId="{176786CF-68E6-476D-909E-8522718B7BE0}"/>
          </ac:grpSpMkLst>
        </pc:grpChg>
        <pc:grpChg chg="add del">
          <ac:chgData name="Wu, Frank (qhd9gx)" userId="S::qhd9gx@virginia.edu::70f81c32-dc78-42d8-bbac-a4398943b071" providerId="AD" clId="Web-{60950BA9-0B2D-0B07-19AA-FC18FFA42621}" dt="2025-12-09T17:03:57.194" v="441"/>
          <ac:grpSpMkLst>
            <pc:docMk/>
            <pc:sldMk cId="839884714" sldId="263"/>
            <ac:grpSpMk id="22" creationId="{00E015F5-1A99-4E40-BC3D-7707802996B5}"/>
          </ac:grpSpMkLst>
        </pc:grpChg>
        <pc:grpChg chg="add del">
          <ac:chgData name="Wu, Frank (qhd9gx)" userId="S::qhd9gx@virginia.edu::70f81c32-dc78-42d8-bbac-a4398943b071" providerId="AD" clId="Web-{60950BA9-0B2D-0B07-19AA-FC18FFA42621}" dt="2025-12-09T17:03:57.194" v="441"/>
          <ac:grpSpMkLst>
            <pc:docMk/>
            <pc:sldMk cId="839884714" sldId="263"/>
            <ac:grpSpMk id="28" creationId="{A04977CB-3825-471A-A590-C57F8C350306}"/>
          </ac:grpSpMkLst>
        </pc:grpChg>
        <pc:picChg chg="add mod ord">
          <ac:chgData name="Wu, Frank (qhd9gx)" userId="S::qhd9gx@virginia.edu::70f81c32-dc78-42d8-bbac-a4398943b071" providerId="AD" clId="Web-{60950BA9-0B2D-0B07-19AA-FC18FFA42621}" dt="2025-12-09T17:04:10.694" v="446"/>
          <ac:picMkLst>
            <pc:docMk/>
            <pc:sldMk cId="839884714" sldId="263"/>
            <ac:picMk id="4" creationId="{CBD056FD-950F-57B3-D6E9-69B3F45B449F}"/>
          </ac:picMkLst>
        </pc:picChg>
        <pc:picChg chg="add mod">
          <ac:chgData name="Wu, Frank (qhd9gx)" userId="S::qhd9gx@virginia.edu::70f81c32-dc78-42d8-bbac-a4398943b071" providerId="AD" clId="Web-{60950BA9-0B2D-0B07-19AA-FC18FFA42621}" dt="2025-12-09T17:04:10.694" v="446"/>
          <ac:picMkLst>
            <pc:docMk/>
            <pc:sldMk cId="839884714" sldId="263"/>
            <ac:picMk id="5" creationId="{C71FB185-7084-9022-AF96-3EC05DABF894}"/>
          </ac:picMkLst>
        </pc:picChg>
        <pc:picChg chg="add del">
          <ac:chgData name="Wu, Frank (qhd9gx)" userId="S::qhd9gx@virginia.edu::70f81c32-dc78-42d8-bbac-a4398943b071" providerId="AD" clId="Web-{60950BA9-0B2D-0B07-19AA-FC18FFA42621}" dt="2025-12-09T17:04:10.678" v="445"/>
          <ac:picMkLst>
            <pc:docMk/>
            <pc:sldMk cId="839884714" sldId="263"/>
            <ac:picMk id="204" creationId="{4A599609-F5C2-4A0B-A992-913F814A631A}"/>
          </ac:picMkLst>
        </pc:picChg>
      </pc:sldChg>
      <pc:sldChg chg="add del replId">
        <pc:chgData name="Wu, Frank (qhd9gx)" userId="S::qhd9gx@virginia.edu::70f81c32-dc78-42d8-bbac-a4398943b071" providerId="AD" clId="Web-{60950BA9-0B2D-0B07-19AA-FC18FFA42621}" dt="2025-12-09T16:53:17.135" v="1"/>
        <pc:sldMkLst>
          <pc:docMk/>
          <pc:sldMk cId="1952908376" sldId="263"/>
        </pc:sldMkLst>
      </pc:sldChg>
      <pc:sldChg chg="addSp delSp modSp add del mod replId setBg">
        <pc:chgData name="Wu, Frank (qhd9gx)" userId="S::qhd9gx@virginia.edu::70f81c32-dc78-42d8-bbac-a4398943b071" providerId="AD" clId="Web-{60950BA9-0B2D-0B07-19AA-FC18FFA42621}" dt="2025-12-09T17:08:33.912" v="659"/>
        <pc:sldMkLst>
          <pc:docMk/>
          <pc:sldMk cId="1472965942" sldId="264"/>
        </pc:sldMkLst>
        <pc:spChg chg="mo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2" creationId="{DA3E85B3-CA8C-F37E-AE1A-8132C6681D7E}"/>
          </ac:spMkLst>
        </pc:spChg>
        <pc:spChg chg="mo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3" creationId="{61844D55-43E7-2F4F-3261-F8639D2440A8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8:33.897" v="658"/>
          <ac:spMkLst>
            <pc:docMk/>
            <pc:sldMk cId="1472965942" sldId="264"/>
            <ac:spMk id="9" creationId="{F13C74B1-5B17-4795-BED0-7140497B445A}"/>
          </ac:spMkLst>
        </pc:spChg>
        <pc:spChg chg="add del">
          <ac:chgData name="Wu, Frank (qhd9gx)" userId="S::qhd9gx@virginia.edu::70f81c32-dc78-42d8-bbac-a4398943b071" providerId="AD" clId="Web-{60950BA9-0B2D-0B07-19AA-FC18FFA42621}" dt="2025-12-09T17:08:33.897" v="658"/>
          <ac:spMkLst>
            <pc:docMk/>
            <pc:sldMk cId="1472965942" sldId="264"/>
            <ac:spMk id="11" creationId="{D4974D33-8DC5-464E-8C6D-BE58F0669C17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13" creationId="{55222F96-971A-4F90-B841-6BAB416C7AC1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14" creationId="{DBC6133C-0615-4CE4-9132-37E609A9BDFA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15" creationId="{08980754-6F4B-43C9-B9BE-127B6BED6586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16" creationId="{169CC832-2974-4E8D-90ED-3E2941BA7336}"/>
          </ac:spMkLst>
        </pc:spChg>
        <pc:spChg chg="add">
          <ac:chgData name="Wu, Frank (qhd9gx)" userId="S::qhd9gx@virginia.edu::70f81c32-dc78-42d8-bbac-a4398943b071" providerId="AD" clId="Web-{60950BA9-0B2D-0B07-19AA-FC18FFA42621}" dt="2025-12-09T17:08:33.912" v="659"/>
          <ac:spMkLst>
            <pc:docMk/>
            <pc:sldMk cId="1472965942" sldId="264"/>
            <ac:spMk id="17" creationId="{2C1BBA94-3F40-40AA-8BB9-E69E25E537C1}"/>
          </ac:spMkLst>
        </pc:spChg>
        <pc:picChg chg="add mod">
          <ac:chgData name="Wu, Frank (qhd9gx)" userId="S::qhd9gx@virginia.edu::70f81c32-dc78-42d8-bbac-a4398943b071" providerId="AD" clId="Web-{60950BA9-0B2D-0B07-19AA-FC18FFA42621}" dt="2025-12-09T17:08:33.912" v="659"/>
          <ac:picMkLst>
            <pc:docMk/>
            <pc:sldMk cId="1472965942" sldId="264"/>
            <ac:picMk id="4" creationId="{34A333BF-865F-7E14-B8A2-FE3899C8E5C8}"/>
          </ac:picMkLst>
        </pc:picChg>
      </pc:sldChg>
      <pc:sldChg chg="add del replId">
        <pc:chgData name="Wu, Frank (qhd9gx)" userId="S::qhd9gx@virginia.edu::70f81c32-dc78-42d8-bbac-a4398943b071" providerId="AD" clId="Web-{60950BA9-0B2D-0B07-19AA-FC18FFA42621}" dt="2025-12-09T16:54:25.041" v="7"/>
        <pc:sldMkLst>
          <pc:docMk/>
          <pc:sldMk cId="2795235644" sldId="265"/>
        </pc:sldMkLst>
      </pc:sldChg>
    </pc:docChg>
  </pc:docChgLst>
  <pc:docChgLst>
    <pc:chgData name="Ma, Yingming (quh5gm)" userId="S::quh5gm@virginia.edu::52d8fd93-daa1-4705-b6dc-57caa5808814" providerId="AD" clId="Web-{959560ED-E972-538F-DAEC-26A5FC4EDCCF}"/>
    <pc:docChg chg="addSld delSld modSld">
      <pc:chgData name="Ma, Yingming (quh5gm)" userId="S::quh5gm@virginia.edu::52d8fd93-daa1-4705-b6dc-57caa5808814" providerId="AD" clId="Web-{959560ED-E972-538F-DAEC-26A5FC4EDCCF}" dt="2025-12-09T17:05:02.442" v="376" actId="20577"/>
      <pc:docMkLst>
        <pc:docMk/>
      </pc:docMkLst>
      <pc:sldChg chg="modSp">
        <pc:chgData name="Ma, Yingming (quh5gm)" userId="S::quh5gm@virginia.edu::52d8fd93-daa1-4705-b6dc-57caa5808814" providerId="AD" clId="Web-{959560ED-E972-538F-DAEC-26A5FC4EDCCF}" dt="2025-12-09T16:42:47.023" v="4" actId="20577"/>
        <pc:sldMkLst>
          <pc:docMk/>
          <pc:sldMk cId="109857222" sldId="256"/>
        </pc:sldMkLst>
        <pc:spChg chg="mod">
          <ac:chgData name="Ma, Yingming (quh5gm)" userId="S::quh5gm@virginia.edu::52d8fd93-daa1-4705-b6dc-57caa5808814" providerId="AD" clId="Web-{959560ED-E972-538F-DAEC-26A5FC4EDCCF}" dt="2025-12-09T16:42:35.789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, Yingming (quh5gm)" userId="S::quh5gm@virginia.edu::52d8fd93-daa1-4705-b6dc-57caa5808814" providerId="AD" clId="Web-{959560ED-E972-538F-DAEC-26A5FC4EDCCF}" dt="2025-12-09T16:42:47.023" v="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Ma, Yingming (quh5gm)" userId="S::quh5gm@virginia.edu::52d8fd93-daa1-4705-b6dc-57caa5808814" providerId="AD" clId="Web-{959560ED-E972-538F-DAEC-26A5FC4EDCCF}" dt="2025-12-09T16:44:31.836" v="7" actId="20577"/>
        <pc:sldMkLst>
          <pc:docMk/>
          <pc:sldMk cId="4285966775" sldId="257"/>
        </pc:sldMkLst>
        <pc:spChg chg="mod">
          <ac:chgData name="Ma, Yingming (quh5gm)" userId="S::quh5gm@virginia.edu::52d8fd93-daa1-4705-b6dc-57caa5808814" providerId="AD" clId="Web-{959560ED-E972-538F-DAEC-26A5FC4EDCCF}" dt="2025-12-09T16:44:31.836" v="7" actId="20577"/>
          <ac:spMkLst>
            <pc:docMk/>
            <pc:sldMk cId="4285966775" sldId="257"/>
            <ac:spMk id="2" creationId="{0468E173-27E9-99AE-8B22-973C3DA8A3C3}"/>
          </ac:spMkLst>
        </pc:spChg>
      </pc:sldChg>
      <pc:sldChg chg="addSp delSp modSp add del replId">
        <pc:chgData name="Ma, Yingming (quh5gm)" userId="S::quh5gm@virginia.edu::52d8fd93-daa1-4705-b6dc-57caa5808814" providerId="AD" clId="Web-{959560ED-E972-538F-DAEC-26A5FC4EDCCF}" dt="2025-12-09T16:49:41.634" v="71"/>
        <pc:sldMkLst>
          <pc:docMk/>
          <pc:sldMk cId="2065812951" sldId="258"/>
        </pc:sldMkLst>
        <pc:spChg chg="mod">
          <ac:chgData name="Ma, Yingming (quh5gm)" userId="S::quh5gm@virginia.edu::52d8fd93-daa1-4705-b6dc-57caa5808814" providerId="AD" clId="Web-{959560ED-E972-538F-DAEC-26A5FC4EDCCF}" dt="2025-12-09T16:44:48.211" v="14" actId="20577"/>
          <ac:spMkLst>
            <pc:docMk/>
            <pc:sldMk cId="2065812951" sldId="258"/>
            <ac:spMk id="2" creationId="{A7EEF6FE-A303-C000-3702-3CB394C1A4F9}"/>
          </ac:spMkLst>
        </pc:spChg>
        <pc:spChg chg="del">
          <ac:chgData name="Ma, Yingming (quh5gm)" userId="S::quh5gm@virginia.edu::52d8fd93-daa1-4705-b6dc-57caa5808814" providerId="AD" clId="Web-{959560ED-E972-538F-DAEC-26A5FC4EDCCF}" dt="2025-12-09T16:46:40.399" v="37"/>
          <ac:spMkLst>
            <pc:docMk/>
            <pc:sldMk cId="2065812951" sldId="258"/>
            <ac:spMk id="3" creationId="{8D0CDAAA-B1BC-9C36-46F9-FB49EA4927FB}"/>
          </ac:spMkLst>
        </pc:spChg>
        <pc:spChg chg="add mod">
          <ac:chgData name="Ma, Yingming (quh5gm)" userId="S::quh5gm@virginia.edu::52d8fd93-daa1-4705-b6dc-57caa5808814" providerId="AD" clId="Web-{959560ED-E972-538F-DAEC-26A5FC4EDCCF}" dt="2025-12-09T16:49:14.165" v="61" actId="20577"/>
          <ac:spMkLst>
            <pc:docMk/>
            <pc:sldMk cId="2065812951" sldId="258"/>
            <ac:spMk id="5" creationId="{50B50D37-C9F3-C38E-1E60-D911D86ABF0F}"/>
          </ac:spMkLst>
        </pc:spChg>
        <pc:spChg chg="add mod">
          <ac:chgData name="Ma, Yingming (quh5gm)" userId="S::quh5gm@virginia.edu::52d8fd93-daa1-4705-b6dc-57caa5808814" providerId="AD" clId="Web-{959560ED-E972-538F-DAEC-26A5FC4EDCCF}" dt="2025-12-09T16:49:36.415" v="69"/>
          <ac:spMkLst>
            <pc:docMk/>
            <pc:sldMk cId="2065812951" sldId="258"/>
            <ac:spMk id="7" creationId="{696F0397-AA10-2EC7-5DCD-A7B91A830362}"/>
          </ac:spMkLst>
        </pc:spChg>
        <pc:picChg chg="add del mod ord modCrop">
          <ac:chgData name="Ma, Yingming (quh5gm)" userId="S::quh5gm@virginia.edu::52d8fd93-daa1-4705-b6dc-57caa5808814" providerId="AD" clId="Web-{959560ED-E972-538F-DAEC-26A5FC4EDCCF}" dt="2025-12-09T16:49:36.415" v="69"/>
          <ac:picMkLst>
            <pc:docMk/>
            <pc:sldMk cId="2065812951" sldId="258"/>
            <ac:picMk id="4" creationId="{5DA94ABB-2C2E-4D7E-27B9-1C78829AE6EF}"/>
          </ac:picMkLst>
        </pc:picChg>
      </pc:sldChg>
      <pc:sldChg chg="modSp add replId">
        <pc:chgData name="Ma, Yingming (quh5gm)" userId="S::quh5gm@virginia.edu::52d8fd93-daa1-4705-b6dc-57caa5808814" providerId="AD" clId="Web-{959560ED-E972-538F-DAEC-26A5FC4EDCCF}" dt="2025-12-09T16:45:02.821" v="26" actId="20577"/>
        <pc:sldMkLst>
          <pc:docMk/>
          <pc:sldMk cId="4023678643" sldId="259"/>
        </pc:sldMkLst>
        <pc:spChg chg="mod">
          <ac:chgData name="Ma, Yingming (quh5gm)" userId="S::quh5gm@virginia.edu::52d8fd93-daa1-4705-b6dc-57caa5808814" providerId="AD" clId="Web-{959560ED-E972-538F-DAEC-26A5FC4EDCCF}" dt="2025-12-09T16:45:02.821" v="26" actId="20577"/>
          <ac:spMkLst>
            <pc:docMk/>
            <pc:sldMk cId="4023678643" sldId="259"/>
            <ac:spMk id="2" creationId="{1D690676-ED43-EDD6-DB4D-89FB034778C6}"/>
          </ac:spMkLst>
        </pc:spChg>
      </pc:sldChg>
      <pc:sldChg chg="modSp add replId">
        <pc:chgData name="Ma, Yingming (quh5gm)" userId="S::quh5gm@virginia.edu::52d8fd93-daa1-4705-b6dc-57caa5808814" providerId="AD" clId="Web-{959560ED-E972-538F-DAEC-26A5FC4EDCCF}" dt="2025-12-09T17:05:02.442" v="376" actId="20577"/>
        <pc:sldMkLst>
          <pc:docMk/>
          <pc:sldMk cId="1898132275" sldId="260"/>
        </pc:sldMkLst>
        <pc:spChg chg="mod">
          <ac:chgData name="Ma, Yingming (quh5gm)" userId="S::quh5gm@virginia.edu::52d8fd93-daa1-4705-b6dc-57caa5808814" providerId="AD" clId="Web-{959560ED-E972-538F-DAEC-26A5FC4EDCCF}" dt="2025-12-09T16:45:12.133" v="28" actId="20577"/>
          <ac:spMkLst>
            <pc:docMk/>
            <pc:sldMk cId="1898132275" sldId="260"/>
            <ac:spMk id="2" creationId="{52436631-B0B9-B238-F619-3FDC97BF7C24}"/>
          </ac:spMkLst>
        </pc:spChg>
        <pc:spChg chg="mod">
          <ac:chgData name="Ma, Yingming (quh5gm)" userId="S::quh5gm@virginia.edu::52d8fd93-daa1-4705-b6dc-57caa5808814" providerId="AD" clId="Web-{959560ED-E972-538F-DAEC-26A5FC4EDCCF}" dt="2025-12-09T17:05:02.442" v="376" actId="20577"/>
          <ac:spMkLst>
            <pc:docMk/>
            <pc:sldMk cId="1898132275" sldId="260"/>
            <ac:spMk id="3" creationId="{A0768BF8-FB3C-380E-7A0C-84C7060B68ED}"/>
          </ac:spMkLst>
        </pc:spChg>
      </pc:sldChg>
      <pc:sldChg chg="add del replId">
        <pc:chgData name="Ma, Yingming (quh5gm)" userId="S::quh5gm@virginia.edu::52d8fd93-daa1-4705-b6dc-57caa5808814" providerId="AD" clId="Web-{959560ED-E972-538F-DAEC-26A5FC4EDCCF}" dt="2025-12-09T16:49:43.180" v="72"/>
        <pc:sldMkLst>
          <pc:docMk/>
          <pc:sldMk cId="1603526125" sldId="261"/>
        </pc:sldMkLst>
      </pc:sldChg>
      <pc:sldChg chg="addSp modSp add replId">
        <pc:chgData name="Ma, Yingming (quh5gm)" userId="S::quh5gm@virginia.edu::52d8fd93-daa1-4705-b6dc-57caa5808814" providerId="AD" clId="Web-{959560ED-E972-538F-DAEC-26A5FC4EDCCF}" dt="2025-12-09T17:03:29.805" v="242" actId="20577"/>
        <pc:sldMkLst>
          <pc:docMk/>
          <pc:sldMk cId="4146436080" sldId="262"/>
        </pc:sldMkLst>
        <pc:spChg chg="mod">
          <ac:chgData name="Ma, Yingming (quh5gm)" userId="S::quh5gm@virginia.edu::52d8fd93-daa1-4705-b6dc-57caa5808814" providerId="AD" clId="Web-{959560ED-E972-538F-DAEC-26A5FC4EDCCF}" dt="2025-12-09T16:49:26.571" v="65" actId="20577"/>
          <ac:spMkLst>
            <pc:docMk/>
            <pc:sldMk cId="4146436080" sldId="262"/>
            <ac:spMk id="2" creationId="{5934DF49-E527-321D-84B7-F78FBBFEEEF0}"/>
          </ac:spMkLst>
        </pc:spChg>
        <pc:spChg chg="mod">
          <ac:chgData name="Ma, Yingming (quh5gm)" userId="S::quh5gm@virginia.edu::52d8fd93-daa1-4705-b6dc-57caa5808814" providerId="AD" clId="Web-{959560ED-E972-538F-DAEC-26A5FC4EDCCF}" dt="2025-12-09T17:03:29.805" v="242" actId="20577"/>
          <ac:spMkLst>
            <pc:docMk/>
            <pc:sldMk cId="4146436080" sldId="262"/>
            <ac:spMk id="3" creationId="{BC644381-D535-5F18-635E-85124218D33E}"/>
          </ac:spMkLst>
        </pc:spChg>
        <pc:picChg chg="add mod">
          <ac:chgData name="Ma, Yingming (quh5gm)" userId="S::quh5gm@virginia.edu::52d8fd93-daa1-4705-b6dc-57caa5808814" providerId="AD" clId="Web-{959560ED-E972-538F-DAEC-26A5FC4EDCCF}" dt="2025-12-09T16:49:56.352" v="75" actId="14100"/>
          <ac:picMkLst>
            <pc:docMk/>
            <pc:sldMk cId="4146436080" sldId="262"/>
            <ac:picMk id="4" creationId="{22D9E4A8-B114-DC27-4B3C-5082D0A82F60}"/>
          </ac:picMkLst>
        </pc:picChg>
      </pc:sldChg>
    </pc:docChg>
  </pc:docChgLst>
  <pc:docChgLst>
    <pc:chgData name="Xu, Tony (wpa8zk)" userId="S::wpa8zk@virginia.edu::c7a98851-7360-40d8-9ed8-ea0fdb35ee45" providerId="AD" clId="Web-{1A8C014B-E4B8-5256-71B6-FD98A5BD851E}"/>
    <pc:docChg chg="modSld">
      <pc:chgData name="Xu, Tony (wpa8zk)" userId="S::wpa8zk@virginia.edu::c7a98851-7360-40d8-9ed8-ea0fdb35ee45" providerId="AD" clId="Web-{1A8C014B-E4B8-5256-71B6-FD98A5BD851E}" dt="2025-12-09T17:08:14.941" v="336" actId="20577"/>
      <pc:docMkLst>
        <pc:docMk/>
      </pc:docMkLst>
      <pc:sldChg chg="modSp">
        <pc:chgData name="Xu, Tony (wpa8zk)" userId="S::wpa8zk@virginia.edu::c7a98851-7360-40d8-9ed8-ea0fdb35ee45" providerId="AD" clId="Web-{1A8C014B-E4B8-5256-71B6-FD98A5BD851E}" dt="2025-12-09T17:08:14.941" v="336" actId="20577"/>
        <pc:sldMkLst>
          <pc:docMk/>
          <pc:sldMk cId="4285966775" sldId="257"/>
        </pc:sldMkLst>
        <pc:spChg chg="mod">
          <ac:chgData name="Xu, Tony (wpa8zk)" userId="S::wpa8zk@virginia.edu::c7a98851-7360-40d8-9ed8-ea0fdb35ee45" providerId="AD" clId="Web-{1A8C014B-E4B8-5256-71B6-FD98A5BD851E}" dt="2025-12-09T17:08:14.941" v="336" actId="20577"/>
          <ac:spMkLst>
            <pc:docMk/>
            <pc:sldMk cId="4285966775" sldId="257"/>
            <ac:spMk id="3" creationId="{027C2207-D691-ADB0-3ADC-589CA3546E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n-US" err="1"/>
              <a:t>Autostack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/>
              <a:t>Frank Wu, Tony Xu, Anson Lu, </a:t>
            </a:r>
            <a:r>
              <a:rPr lang="en-US" err="1"/>
              <a:t>Yingming</a:t>
            </a:r>
            <a:r>
              <a:rPr lang="en-US"/>
              <a:t> Ma</a:t>
            </a:r>
          </a:p>
          <a:p>
            <a:pPr algn="l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D4801-B911-0DE7-5F41-1FD5471A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0" y="6492935"/>
            <a:ext cx="227163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8E173-27E9-99AE-8B22-973C3DA8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2207-D691-ADB0-3ADC-589CA3546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/>
              <a:t>Problem</a:t>
            </a:r>
          </a:p>
          <a:p>
            <a:pPr marL="971550" lvl="1" indent="-285750">
              <a:buFont typeface="Arial"/>
            </a:pPr>
            <a:r>
              <a:rPr lang="en-US" sz="1700"/>
              <a:t>Built an alignment system for stacking the 2D materials in our capstone project</a:t>
            </a:r>
          </a:p>
          <a:p>
            <a:pPr marL="971550" lvl="1" indent="-285750">
              <a:buFont typeface="Arial"/>
            </a:pPr>
            <a:r>
              <a:rPr lang="en-US" sz="1700">
                <a:ea typeface="+mn-lt"/>
                <a:cs typeface="+mn-lt"/>
              </a:rPr>
              <a:t>Current alignment relies on human visual judgment, which takes time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Need</a:t>
            </a:r>
          </a:p>
          <a:p>
            <a:pPr marL="971550" lvl="1" indent="-28575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Automatically detect flakes</a:t>
            </a:r>
            <a:endParaRPr lang="en-US" sz="1700"/>
          </a:p>
          <a:p>
            <a:pPr marL="971550" lvl="1" indent="-28575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Extract flake position &amp; size</a:t>
            </a:r>
            <a:endParaRPr lang="en-US" sz="1700"/>
          </a:p>
          <a:p>
            <a:pPr marL="971550" lvl="1" indent="-28575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Provide real-time feedback for motion control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Our Direction</a:t>
            </a:r>
          </a:p>
          <a:p>
            <a:pPr marL="971550" lvl="1" indent="-28575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Edge Detection</a:t>
            </a:r>
            <a:endParaRPr lang="en-US" sz="1700"/>
          </a:p>
          <a:p>
            <a:pPr marL="971550" lvl="1" indent="-285750">
              <a:buFont typeface="Arial"/>
              <a:buChar char="•"/>
            </a:pPr>
            <a:r>
              <a:rPr lang="en-US" sz="1700"/>
              <a:t>YOLO Recognition</a:t>
            </a:r>
          </a:p>
          <a:p>
            <a:pPr marL="971550" lvl="1" indent="-285750"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Integrate with Raspberry Pi 5</a:t>
            </a:r>
            <a:endParaRPr lang="en-US" sz="17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3CBC6-6F19-66CF-12AE-2AEFA9F0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0" y="6492935"/>
            <a:ext cx="176842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6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36BC0-C3F1-BD72-D303-26EAC1AB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90676-ED43-EDD6-DB4D-89FB0347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Yolo Recognition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D24F-A22C-5897-9064-0BCB4ACA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Difficult to find a large dataset of 2D material flakes online</a:t>
            </a:r>
          </a:p>
          <a:p>
            <a:r>
              <a:rPr lang="en-US" sz="2200"/>
              <a:t>Use code generated shapes to mimic actual flakes, providing a large enough dataset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5D081B-237E-D530-3B55-FC83A4AA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37" r="26436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3B875-FA68-0016-F097-0F3EC04E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438" y="6492935"/>
            <a:ext cx="227163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78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78B6C-5452-5322-9B0D-EC3AAC6F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" name="Rectangle 20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0F478-C76B-01B5-B1CA-02ECD389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Yolo Recognition</a:t>
            </a:r>
          </a:p>
        </p:txBody>
      </p:sp>
      <p:sp>
        <p:nvSpPr>
          <p:cNvPr id="20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3D34-1779-AFA3-E1D8-54EDBF87D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On the actual flakes detection failed</a:t>
            </a:r>
          </a:p>
          <a:p>
            <a:r>
              <a:rPr lang="en-US" sz="2200"/>
              <a:t>On the generated flakes it's able to detect properly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FB185-7084-9022-AF96-3EC05DAB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63" y="329183"/>
            <a:ext cx="3429969" cy="34299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D056FD-950F-57B3-D6E9-69B3F45B4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501634" y="4079193"/>
            <a:ext cx="2720340" cy="21762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5D6C7-F35E-8850-073C-E5B96143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438" y="6492935"/>
            <a:ext cx="219974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8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5CC7D-B91A-484E-824D-F1FB94A6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E85B3-CA8C-F37E-AE1A-8132C668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Yolo Recognition – Future Thoughts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4D55-43E7-2F4F-3261-F8639D244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Generate a more comprehensive dataset with shapes of different colors and background</a:t>
            </a:r>
          </a:p>
          <a:p>
            <a:r>
              <a:rPr lang="en-US" sz="1800"/>
              <a:t>Use algorithm-based filters or edge detection to process the image first making it easier for AI to detect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333BF-865F-7E14-B8A2-FE3899C8E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905560"/>
            <a:ext cx="5628018" cy="28140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D686E-66C3-ECE3-713A-18E719D0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2876" y="6500124"/>
            <a:ext cx="211346" cy="451389"/>
          </a:xfrm>
        </p:spPr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DFF07-1BB3-3603-7021-B8D34B65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4DF49-E527-321D-84B7-F78FBBFE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Edge Detection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4381-D535-5F18-635E-85124218D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Process Steps: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Detect sharp edges in the image using Canny edge detection.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Connect and close edges to form solid regions.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Identify closed regions by extracting their outer contours and treating each connected region as a flake.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Compute the centroid and bounding box for each flake to determine its location and size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2D9E4A8-B114-DC27-4B3C-5082D0A8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24942"/>
            <a:ext cx="5458968" cy="440811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7385B-A096-A762-9AA6-D73F5E42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438" y="6492935"/>
            <a:ext cx="219974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36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4DB08-43F7-C8D3-9D82-589423F1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36631-B0B9-B238-F619-3FDC97BF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68BF8-FB3C-380E-7A0C-84C7060B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Preprocess imaging data to stitch individual video frames into a single composite overview image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Integrate detection algorithms with the motor control system to enable automated motion based on detected flakes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Validate and characterize the performance of the fully integrated system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Enhance flake detection algorithms for higher accuracy and robustness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3A710-91E6-818C-09EF-33FD8DBBE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0" y="6492935"/>
            <a:ext cx="20559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3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Autostack</vt:lpstr>
      <vt:lpstr>Motivation</vt:lpstr>
      <vt:lpstr>Yolo Recognition</vt:lpstr>
      <vt:lpstr>Yolo Recognition</vt:lpstr>
      <vt:lpstr>Yolo Recognition – Future Thoughts</vt:lpstr>
      <vt:lpstr>Edge Detection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2025-12-09T16:42:06Z</dcterms:created>
  <dcterms:modified xsi:type="dcterms:W3CDTF">2025-12-09T17:48:55Z</dcterms:modified>
</cp:coreProperties>
</file>